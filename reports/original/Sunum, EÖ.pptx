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b4880c9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b4880c9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b4880c98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b4880c98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b4880c98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b4880c98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64150" y="10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/>
              <a:t>Dataset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236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1100">
                <a:solidFill>
                  <a:schemeClr val="dk1"/>
                </a:solidFill>
              </a:rPr>
              <a:t>Training: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CA" sz="1100">
                <a:solidFill>
                  <a:schemeClr val="dk1"/>
                </a:solidFill>
              </a:rPr>
              <a:t>2016 → 1052 images.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CA" sz="1100">
                <a:solidFill>
                  <a:schemeClr val="dk1"/>
                </a:solidFill>
              </a:rPr>
              <a:t>2017→ 1500 images.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CA" sz="1100">
                <a:solidFill>
                  <a:schemeClr val="dk1"/>
                </a:solidFill>
              </a:rPr>
              <a:t>2018→1886 images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82800" y="2229900"/>
            <a:ext cx="236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</a:rPr>
              <a:t>We used 80% of the images from each dataset for training and the remaining 20% for validation.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861675" y="1101500"/>
            <a:ext cx="236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dk1"/>
                </a:solidFill>
              </a:rPr>
              <a:t>Test: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CA" sz="1100">
                <a:solidFill>
                  <a:schemeClr val="dk1"/>
                </a:solidFill>
              </a:rPr>
              <a:t>2016 → 270 images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CA" sz="1100">
                <a:solidFill>
                  <a:schemeClr val="dk1"/>
                </a:solidFill>
              </a:rPr>
              <a:t>2017→ 650 images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CA" sz="1100">
                <a:solidFill>
                  <a:schemeClr val="dk1"/>
                </a:solidFill>
              </a:rPr>
              <a:t>2018→808 images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5861675" y="2118075"/>
            <a:ext cx="236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1"/>
                </a:solidFill>
              </a:rPr>
              <a:t>For testing we used separate test images. These test images were not seen by the model before.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2009150" y="4381075"/>
            <a:ext cx="467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1"/>
                </a:solidFill>
              </a:rPr>
              <a:t>Each dataset includes both the images and their corresponding masks.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675" y="566525"/>
            <a:ext cx="2317725" cy="18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4675" y="2571750"/>
            <a:ext cx="2238821" cy="16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/>
              <a:t>Result for ISIC 2016-17-18 SAME NO CHANGE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CA" sz="2000"/>
              <a:t>Hyperparameter Tuning</a:t>
            </a:r>
            <a:endParaRPr b="1"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14559" r="0" t="0"/>
          <a:stretch/>
        </p:blipFill>
        <p:spPr>
          <a:xfrm>
            <a:off x="602300" y="1915250"/>
            <a:ext cx="7939402" cy="11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